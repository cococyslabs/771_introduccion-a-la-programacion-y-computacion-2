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lkyv4B7DlM2m61IbwDmJkfYIR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5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6" name="Google Shape;8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201150"/>
            <a:ext cx="4067111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Censo de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24745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407021" y="2665080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pen Sans"/>
              <a:buAutoNum type="arabicPeriod"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2" name="Google Shape;122;p6"/>
          <p:cNvGrpSpPr/>
          <p:nvPr/>
        </p:nvGrpSpPr>
        <p:grpSpPr>
          <a:xfrm>
            <a:off x="12612839" y="4500985"/>
            <a:ext cx="4646461" cy="5000494"/>
            <a:chOff x="0" y="-38100"/>
            <a:chExt cx="4013925" cy="4319762"/>
          </a:xfrm>
        </p:grpSpPr>
        <p:sp>
          <p:nvSpPr>
            <p:cNvPr id="123" name="Google Shape;123;p6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24" name="Google Shape;124;p6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0" y="-38100"/>
              <a:ext cx="4013925" cy="376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Editar con estilos a su conveniencia.</a:t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1" name="Google Shape;131;p7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32" name="Google Shape;132;p7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33" name="Google Shape;133;p7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5b4d7ed6_0_12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g3d75b4d7ed6_0_12"/>
          <p:cNvSpPr txBox="1"/>
          <p:nvPr/>
        </p:nvSpPr>
        <p:spPr>
          <a:xfrm>
            <a:off x="1407021" y="2522705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 5 estudiantes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pen Sans"/>
              <a:buAutoNum type="arabicPeriod"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1" name="Google Shape;141;g3d75b4d7ed6_0_12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42" name="Google Shape;142;g3d75b4d7ed6_0_12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43" name="Google Shape;143;g3d75b4d7ed6_0_12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d75b4d7ed6_0_12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75b4d7ed6_0_21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g3d75b4d7ed6_0_21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1" name="Google Shape;151;g3d75b4d7ed6_0_21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52" name="Google Shape;152;g3d75b4d7ed6_0_21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53" name="Google Shape;153;g3d75b4d7ed6_0_21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d75b4d7ed6_0_21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75b4d7ed6_0_30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g3d75b4d7ed6_0_30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 del curso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1" name="Google Shape;161;g3d75b4d7ed6_0_30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62" name="Google Shape;162;g3d75b4d7ed6_0_30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63" name="Google Shape;163;g3d75b4d7ed6_0_30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d75b4d7ed6_0_30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75b4d7ed6_0_3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0" name="Google Shape;170;g3d75b4d7ed6_0_39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71" name="Google Shape;171;g3d75b4d7ed6_0_39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72" name="Google Shape;172;g3d75b4d7ed6_0_39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d75b4d7ed6_0_39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75b4d7ed6_1_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g3d75b4d7ed6_1_10"/>
          <p:cNvSpPr txBox="1"/>
          <p:nvPr/>
        </p:nvSpPr>
        <p:spPr>
          <a:xfrm>
            <a:off x="1407021" y="2522705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pen Sans"/>
              <a:buAutoNum type="arabicPeriod"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0" name="Google Shape;180;g3d75b4d7ed6_1_10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81" name="Google Shape;181;g3d75b4d7ed6_1_10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82" name="Google Shape;182;g3d75b4d7ed6_1_10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d75b4d7ed6_1_10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